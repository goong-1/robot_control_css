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27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993AB-A843-424E-9F33-42156CF3B4C0}" type="datetimeFigureOut">
              <a:rPr lang="ko-KR" altLang="en-US" smtClean="0"/>
              <a:t>2026-03-20(Fri)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214C-0EEF-41B9-839F-660A0BCBBC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075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993AB-A843-424E-9F33-42156CF3B4C0}" type="datetimeFigureOut">
              <a:rPr lang="ko-KR" altLang="en-US" smtClean="0"/>
              <a:t>2026-03-20(Fri)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214C-0EEF-41B9-839F-660A0BCBBC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0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993AB-A843-424E-9F33-42156CF3B4C0}" type="datetimeFigureOut">
              <a:rPr lang="ko-KR" altLang="en-US" smtClean="0"/>
              <a:t>2026-03-20(Fri)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214C-0EEF-41B9-839F-660A0BCBBC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964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993AB-A843-424E-9F33-42156CF3B4C0}" type="datetimeFigureOut">
              <a:rPr lang="ko-KR" altLang="en-US" smtClean="0"/>
              <a:t>2026-03-20(Fri)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214C-0EEF-41B9-839F-660A0BCBBC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681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993AB-A843-424E-9F33-42156CF3B4C0}" type="datetimeFigureOut">
              <a:rPr lang="ko-KR" altLang="en-US" smtClean="0"/>
              <a:t>2026-03-20(Fri)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214C-0EEF-41B9-839F-660A0BCBBC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717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993AB-A843-424E-9F33-42156CF3B4C0}" type="datetimeFigureOut">
              <a:rPr lang="ko-KR" altLang="en-US" smtClean="0"/>
              <a:t>2026-03-20(Fri)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214C-0EEF-41B9-839F-660A0BCBBC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08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993AB-A843-424E-9F33-42156CF3B4C0}" type="datetimeFigureOut">
              <a:rPr lang="ko-KR" altLang="en-US" smtClean="0"/>
              <a:t>2026-03-20(Fri)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214C-0EEF-41B9-839F-660A0BCBBC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662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993AB-A843-424E-9F33-42156CF3B4C0}" type="datetimeFigureOut">
              <a:rPr lang="ko-KR" altLang="en-US" smtClean="0"/>
              <a:t>2026-03-20(Fri)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214C-0EEF-41B9-839F-660A0BCBBC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656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993AB-A843-424E-9F33-42156CF3B4C0}" type="datetimeFigureOut">
              <a:rPr lang="ko-KR" altLang="en-US" smtClean="0"/>
              <a:t>2026-03-20(Fri)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214C-0EEF-41B9-839F-660A0BCBBC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70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993AB-A843-424E-9F33-42156CF3B4C0}" type="datetimeFigureOut">
              <a:rPr lang="ko-KR" altLang="en-US" smtClean="0"/>
              <a:t>2026-03-20(Fri)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214C-0EEF-41B9-839F-660A0BCBBC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722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993AB-A843-424E-9F33-42156CF3B4C0}" type="datetimeFigureOut">
              <a:rPr lang="ko-KR" altLang="en-US" smtClean="0"/>
              <a:t>2026-03-20(Fri)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214C-0EEF-41B9-839F-660A0BCBBC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28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993AB-A843-424E-9F33-42156CF3B4C0}" type="datetimeFigureOut">
              <a:rPr lang="ko-KR" altLang="en-US" smtClean="0"/>
              <a:t>2026-03-20(Fri)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E214C-0EEF-41B9-839F-660A0BCBBC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24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35" y="522512"/>
            <a:ext cx="11050129" cy="5464031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6" name="직사각형 5"/>
          <p:cNvSpPr/>
          <p:nvPr/>
        </p:nvSpPr>
        <p:spPr>
          <a:xfrm>
            <a:off x="7199086" y="841829"/>
            <a:ext cx="4625178" cy="3745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216404" y="4454554"/>
            <a:ext cx="4563611" cy="15319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780015" y="4454554"/>
            <a:ext cx="3464653" cy="15319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9244668" y="4454554"/>
            <a:ext cx="2579596" cy="15319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9630561" y="1216404"/>
            <a:ext cx="2193703" cy="31977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936147" y="1619075"/>
            <a:ext cx="4966282" cy="24411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308683" y="3775046"/>
            <a:ext cx="562062" cy="67950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308683" y="841829"/>
            <a:ext cx="1191236" cy="130575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208015" y="3214554"/>
            <a:ext cx="108217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class="floor-menu-floating"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1684" y="4060272"/>
            <a:ext cx="3212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class="box control-section upgraded-panel</a:t>
            </a:r>
            <a:r>
              <a:rPr lang="en-US" altLang="ko-KR" dirty="0"/>
              <a:t>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0194" y="4152550"/>
            <a:ext cx="2583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class="log-content"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0561" y="5474490"/>
            <a:ext cx="2080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class="box remote-section</a:t>
            </a:r>
            <a:r>
              <a:rPr lang="en-US" altLang="ko-KR" dirty="0"/>
              <a:t>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402" y="2166755"/>
            <a:ext cx="16274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class="banner-title"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729842" y="841829"/>
            <a:ext cx="478173" cy="367983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-109490" y="947956"/>
            <a:ext cx="738664" cy="294453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dirty="0"/>
              <a:t>class="side-menu"</a:t>
            </a:r>
          </a:p>
          <a:p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729842" y="503339"/>
            <a:ext cx="11094422" cy="27683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4509082" y="129915"/>
            <a:ext cx="447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class="global-header"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8327" y="1216404"/>
            <a:ext cx="2961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class="interactive-map-wrapper"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2154" y="1275127"/>
            <a:ext cx="139952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class="zone-2"</a:t>
            </a:r>
          </a:p>
          <a:p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9932565" y="2516697"/>
            <a:ext cx="15687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"right-panel-area"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3527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2" y="243281"/>
            <a:ext cx="12134368" cy="595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56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8" y="1900024"/>
            <a:ext cx="11774543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02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r>
              <a:rPr lang="ko-KR" altLang="en-US" b="1" dirty="0"/>
              <a:t>트러블 슈팅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nano</a:t>
            </a:r>
            <a:r>
              <a:rPr lang="en-US" altLang="ko-KR" dirty="0"/>
              <a:t> /</a:t>
            </a:r>
            <a:r>
              <a:rPr lang="en-US" altLang="ko-KR" dirty="0" err="1"/>
              <a:t>etc</a:t>
            </a:r>
            <a:r>
              <a:rPr lang="en-US" altLang="ko-KR" dirty="0"/>
              <a:t>/</a:t>
            </a:r>
            <a:r>
              <a:rPr lang="en-US" altLang="ko-KR" dirty="0" err="1"/>
              <a:t>mysql</a:t>
            </a:r>
            <a:r>
              <a:rPr lang="en-US" altLang="ko-KR" dirty="0"/>
              <a:t>/</a:t>
            </a:r>
            <a:r>
              <a:rPr lang="en-US" altLang="ko-KR" dirty="0" err="1"/>
              <a:t>mariadb.conf.d</a:t>
            </a:r>
            <a:r>
              <a:rPr lang="en-US" altLang="ko-KR" dirty="0"/>
              <a:t>/50-server.cnf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2" y="1200329"/>
            <a:ext cx="3248478" cy="35247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4" y="2400658"/>
            <a:ext cx="3181794" cy="5525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996" y="2048184"/>
            <a:ext cx="3181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버츄얼박스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가상머신</a:t>
            </a:r>
            <a:endParaRPr lang="ko-KR" alt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226150" y="3431708"/>
            <a:ext cx="3064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방화벽 해제</a:t>
            </a:r>
            <a:endParaRPr lang="en-US" altLang="ko-KR" dirty="0"/>
          </a:p>
          <a:p>
            <a:r>
              <a:rPr lang="en-US" altLang="ko-KR" dirty="0" err="1"/>
              <a:t>Systemctl</a:t>
            </a:r>
            <a:r>
              <a:rPr lang="en-US" altLang="ko-KR" dirty="0"/>
              <a:t> stop </a:t>
            </a:r>
            <a:r>
              <a:rPr lang="en-US" altLang="ko-KR" dirty="0" err="1"/>
              <a:t>ufw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26149" y="4473146"/>
            <a:ext cx="35179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윈도우 가상환경</a:t>
            </a:r>
            <a:r>
              <a:rPr lang="en-US" altLang="ko-KR" sz="1400" dirty="0"/>
              <a:t>(</a:t>
            </a:r>
            <a:r>
              <a:rPr lang="en-US" altLang="ko-KR" sz="1400" dirty="0" err="1"/>
              <a:t>venv</a:t>
            </a:r>
            <a:r>
              <a:rPr lang="en-US" altLang="ko-KR" sz="1400" dirty="0"/>
              <a:t>)  </a:t>
            </a:r>
            <a:r>
              <a:rPr lang="ko-KR" altLang="en-US" sz="1400" dirty="0"/>
              <a:t>실행</a:t>
            </a:r>
            <a:endParaRPr lang="en-US" altLang="ko-KR" sz="1400" dirty="0"/>
          </a:p>
          <a:p>
            <a:r>
              <a:rPr lang="ko-KR" altLang="en-US" sz="1400" dirty="0"/>
              <a:t>실행할 경로로 이동 </a:t>
            </a:r>
            <a:r>
              <a:rPr lang="en-US" altLang="ko-KR" sz="1400" dirty="0" err="1"/>
              <a:t>venv</a:t>
            </a:r>
            <a:r>
              <a:rPr lang="en-US" altLang="ko-KR" sz="1400" dirty="0"/>
              <a:t>\Scripts\activate</a:t>
            </a:r>
            <a:endParaRPr lang="ko-KR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8346" y="5535827"/>
            <a:ext cx="3571103" cy="370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Pymysql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577BAD-9089-45F9-25A2-098AEAF4D9B1}"/>
              </a:ext>
            </a:extLst>
          </p:cNvPr>
          <p:cNvSpPr txBox="1"/>
          <p:nvPr/>
        </p:nvSpPr>
        <p:spPr>
          <a:xfrm>
            <a:off x="5311675" y="1874806"/>
            <a:ext cx="67383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app.py</a:t>
            </a:r>
            <a:r>
              <a:rPr lang="ko-KR" altLang="en-US" dirty="0"/>
              <a:t>에서 </a:t>
            </a:r>
            <a:r>
              <a:rPr lang="en-US" altLang="ko-KR" dirty="0" err="1"/>
              <a:t>Mariadb</a:t>
            </a:r>
            <a:r>
              <a:rPr lang="ko-KR" altLang="en-US" dirty="0"/>
              <a:t> 연결</a:t>
            </a:r>
            <a:endParaRPr lang="en-US" altLang="ko-KR" dirty="0"/>
          </a:p>
          <a:p>
            <a:r>
              <a:rPr lang="en-US" altLang="ko-KR" dirty="0" err="1"/>
              <a:t>app.config</a:t>
            </a:r>
            <a:r>
              <a:rPr lang="en-US" altLang="ko-KR" dirty="0"/>
              <a:t>['SQLALCHEMY_DATABASE_URI'] = '</a:t>
            </a:r>
            <a:r>
              <a:rPr lang="en-US" altLang="ko-KR" dirty="0" err="1"/>
              <a:t>mysql+pymysql</a:t>
            </a:r>
            <a:r>
              <a:rPr lang="en-US" altLang="ko-KR" dirty="0"/>
              <a:t>://vboxmaster:1234@192.168.0.136/</a:t>
            </a:r>
            <a:r>
              <a:rPr lang="en-US" altLang="ko-KR" dirty="0" err="1"/>
              <a:t>test_rdb</a:t>
            </a:r>
            <a:r>
              <a:rPr lang="en-US" altLang="ko-KR" dirty="0"/>
              <a:t>’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권한설정</a:t>
            </a:r>
            <a:r>
              <a:rPr lang="en-US" altLang="ko-KR" dirty="0"/>
              <a:t>(</a:t>
            </a:r>
            <a:r>
              <a:rPr lang="en-US" altLang="ko-KR" dirty="0" err="1"/>
              <a:t>mariadb</a:t>
            </a:r>
            <a:r>
              <a:rPr lang="en-US" altLang="ko-KR" dirty="0"/>
              <a:t> </a:t>
            </a:r>
            <a:r>
              <a:rPr lang="ko-KR" altLang="en-US" dirty="0" err="1"/>
              <a:t>접속후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GRANT ALL PRIVILEGES ON test_rdb.* TO '</a:t>
            </a:r>
            <a:r>
              <a:rPr lang="en-US" altLang="ko-KR" dirty="0" err="1"/>
              <a:t>vobxmaster</a:t>
            </a:r>
            <a:r>
              <a:rPr lang="en-US" altLang="ko-KR" dirty="0"/>
              <a:t>'@'%' IDENTIFIED BY '</a:t>
            </a:r>
            <a:r>
              <a:rPr lang="ko-KR" altLang="en-US" dirty="0"/>
              <a:t>설정한비밀번호</a:t>
            </a:r>
            <a:r>
              <a:rPr lang="en-US" altLang="ko-KR" dirty="0"/>
              <a:t>';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15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307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134</Words>
  <Application>Microsoft Office PowerPoint</Application>
  <PresentationFormat>와이드스크린</PresentationFormat>
  <Paragraphs>26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궁 신</cp:lastModifiedBy>
  <cp:revision>12</cp:revision>
  <dcterms:created xsi:type="dcterms:W3CDTF">2026-03-19T14:14:15Z</dcterms:created>
  <dcterms:modified xsi:type="dcterms:W3CDTF">2026-03-19T21:58:52Z</dcterms:modified>
</cp:coreProperties>
</file>