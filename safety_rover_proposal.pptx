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109728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965192"/>
            <a:ext cx="3200400" cy="173736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09728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09728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09728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09728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46304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46304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46304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46304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82880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82880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82880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82880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19456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9456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219456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194560"/>
            <a:ext cx="73152" cy="73152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02920"/>
            <a:ext cx="2011680" cy="292608"/>
          </a:xfrm>
          <a:prstGeom prst="rect">
            <a:avLst>
              <a:gd name="adj" fmla="val 125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B0F1A"/>
                </a:solidFill>
              </a:rPr>
              <a:t>PROJECT PROPOSAL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9601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멀티 센서 퓨전 기반</a:t>
            </a:r>
            <a:endParaRPr lang="en-US" sz="3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지능형 산업 안전 로버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5720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위험 구역을 순찰하고 AI로 화재를 검증하는 자율주행 에이전트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3493008"/>
            <a:ext cx="8229600" cy="365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57600"/>
            <a:ext cx="2606040" cy="411480"/>
          </a:xfrm>
          <a:prstGeom prst="rect">
            <a:avLst/>
          </a:prstGeom>
          <a:solidFill>
            <a:srgbClr val="162240"/>
          </a:solidFill>
          <a:ln w="19050">
            <a:solidFill>
              <a:srgbClr val="4C9B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9BE8"/>
                </a:solidFill>
              </a:rPr>
              <a:t>자율주행  ROS2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72968" y="3657600"/>
            <a:ext cx="2606040" cy="411480"/>
          </a:xfrm>
          <a:prstGeom prst="rect">
            <a:avLst/>
          </a:prstGeom>
          <a:solidFill>
            <a:srgbClr val="1622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멀티 센서 퓨전  아두이노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88736" y="3657600"/>
            <a:ext cx="2606040" cy="411480"/>
          </a:xfrm>
          <a:prstGeom prst="rect">
            <a:avLst/>
          </a:prstGeom>
          <a:solidFill>
            <a:srgbClr val="16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88736" y="3657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AI 비전 검증  젯슨 나노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6A8"/>
                </a:solidFill>
              </a:rPr>
              <a:t>Intelligent Industrial Safety Rover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164592" cy="5006340"/>
          </a:xfrm>
          <a:prstGeom prst="rect">
            <a:avLst/>
          </a:prstGeom>
          <a:solidFill>
            <a:srgbClr val="162240"/>
          </a:solidFill>
          <a:ln w="12700">
            <a:solidFill>
              <a:srgbClr val="16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이 프로젝트인가?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6583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6A8"/>
                </a:solidFill>
              </a:rPr>
              <a:t>Why This Project?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078992"/>
            <a:ext cx="2743200" cy="3639312"/>
          </a:xfrm>
          <a:prstGeom prst="rect">
            <a:avLst/>
          </a:prstGeom>
          <a:solidFill>
            <a:srgbClr val="162240"/>
          </a:solidFill>
          <a:ln w="19050">
            <a:solidFill>
              <a:srgbClr val="4C9B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078992"/>
            <a:ext cx="2743200" cy="9144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1261872"/>
            <a:ext cx="694944" cy="694944"/>
          </a:xfrm>
          <a:prstGeom prst="ellipse">
            <a:avLst/>
          </a:prstGeom>
          <a:solidFill>
            <a:srgbClr val="0B0F1A"/>
          </a:solidFill>
          <a:ln w="19050">
            <a:solidFill>
              <a:srgbClr val="4C9BE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353312"/>
            <a:ext cx="475488" cy="475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2648" y="2103120"/>
            <a:ext cx="2103120" cy="310896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산업 트렌드 부합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2523744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IFR(국제로봇연맹) 선정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2026년 핵심 로보틱스 트렌드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84048" y="33192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9BE8"/>
                </a:solidFill>
              </a:rPr>
              <a:t>'안전·보안(Safety &amp; Security)'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C9BE8"/>
                </a:solidFill>
              </a:rPr>
              <a:t>+ '자율성(Autonomy)'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92608" y="4242816"/>
            <a:ext cx="2743200" cy="475488"/>
          </a:xfrm>
          <a:prstGeom prst="rect">
            <a:avLst/>
          </a:prstGeom>
          <a:solidFill>
            <a:srgbClr val="0B0F1A"/>
          </a:solidFill>
          <a:ln w="6350">
            <a:solidFill>
              <a:srgbClr val="4C9B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24281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글로벌 기관이 인증한 미래 방향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172968" y="1078992"/>
            <a:ext cx="2743200" cy="3639312"/>
          </a:xfrm>
          <a:prstGeom prst="rect">
            <a:avLst/>
          </a:prstGeom>
          <a:solidFill>
            <a:srgbClr val="16224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72968" y="1078992"/>
            <a:ext cx="27432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97096" y="1261872"/>
            <a:ext cx="694944" cy="694944"/>
          </a:xfrm>
          <a:prstGeom prst="ellipse">
            <a:avLst/>
          </a:prstGeom>
          <a:solidFill>
            <a:srgbClr val="0B0F1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353312"/>
            <a:ext cx="475488" cy="4754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493008" y="2103120"/>
            <a:ext cx="2103120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9300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실제 시장의 니즈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282696" y="2523744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인간이 접근 불가한 위험 산업현장을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대체하는 Physical AI 로봇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3264408" y="33192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수요 폭발적 증가 中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172968" y="4242816"/>
            <a:ext cx="2743200" cy="475488"/>
          </a:xfrm>
          <a:prstGeom prst="rect">
            <a:avLst/>
          </a:prstGeom>
          <a:solidFill>
            <a:srgbClr val="0B0F1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46120" y="424281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취업 시장에서 즉시 통하는 실전 경험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053328" y="1078992"/>
            <a:ext cx="2743200" cy="3639312"/>
          </a:xfrm>
          <a:prstGeom prst="rect">
            <a:avLst/>
          </a:prstGeom>
          <a:solidFill>
            <a:srgbClr val="16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053328" y="1078992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077456" y="1261872"/>
            <a:ext cx="694944" cy="694944"/>
          </a:xfrm>
          <a:prstGeom prst="ellipse">
            <a:avLst/>
          </a:prstGeom>
          <a:solidFill>
            <a:srgbClr val="0B0F1A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353312"/>
            <a:ext cx="475488" cy="475488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6373368" y="2103120"/>
            <a:ext cx="210312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7336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압도적 포트폴리오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163056" y="2523744"/>
            <a:ext cx="2523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단순 주행을 넘어선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'센서 융합 + 오작동 방지 로직'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6144768" y="33192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면접관이 주목하는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차별화 프로젝트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053328" y="4242816"/>
            <a:ext cx="2743200" cy="475488"/>
          </a:xfrm>
          <a:prstGeom prst="rect">
            <a:avLst/>
          </a:prstGeom>
          <a:solidFill>
            <a:srgbClr val="0B0F1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126480" y="424281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ROS2 × AI × 임베디드 all-in-one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292608" y="4828032"/>
            <a:ext cx="8558784" cy="219456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92608" y="4828032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트렌드 × 시장 × 포트폴리오 — 세 가지 이유가 모두 맞아떨어지는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164592" cy="5006340"/>
          </a:xfrm>
          <a:prstGeom prst="rect">
            <a:avLst/>
          </a:prstGeom>
          <a:solidFill>
            <a:srgbClr val="162240"/>
          </a:solidFill>
          <a:ln w="12700">
            <a:solidFill>
              <a:srgbClr val="16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어떻게 만들 것인가?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658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C9A7"/>
                </a:solidFill>
              </a:rPr>
              <a:t>구현 가능성 — 하드웨어 맞춤형 분업으로 안정성을 보장한다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051560"/>
            <a:ext cx="2029968" cy="1783080"/>
          </a:xfrm>
          <a:prstGeom prst="rect">
            <a:avLst/>
          </a:prstGeom>
          <a:solidFill>
            <a:srgbClr val="1A2B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051560"/>
            <a:ext cx="10972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21615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17957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아두이노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" y="16184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실시간 센서 제어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3776" y="185623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37종 센서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(불꽃 · 온도 · 충격)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모터 구동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414016" y="1051560"/>
            <a:ext cx="2029968" cy="1783080"/>
          </a:xfrm>
          <a:prstGeom prst="rect">
            <a:avLst/>
          </a:prstGeom>
          <a:solidFill>
            <a:srgbClr val="1A2B4A"/>
          </a:solidFill>
          <a:ln w="19050">
            <a:solidFill>
              <a:srgbClr val="4C9B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14016" y="1051560"/>
            <a:ext cx="109728" cy="178308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21615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54096" y="117957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9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젯슨 나노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15184" y="16184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딥러닝 비전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615184" y="185623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YOLO 기반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화재 AI 검증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전담 처리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35424" y="1051560"/>
            <a:ext cx="2029968" cy="1783080"/>
          </a:xfrm>
          <a:prstGeom prst="rect">
            <a:avLst/>
          </a:prstGeom>
          <a:solidFill>
            <a:srgbClr val="1A2B4A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35424" y="1051560"/>
            <a:ext cx="109728" cy="1783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21615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117957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라즈베리 파이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16184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자율주행 마스터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736592" y="185623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ROS2 기반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LiDAR 매핑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네트워크 허브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656832" y="1051560"/>
            <a:ext cx="2029968" cy="1783080"/>
          </a:xfrm>
          <a:prstGeom prst="rect">
            <a:avLst/>
          </a:prstGeom>
          <a:solidFill>
            <a:srgbClr val="1A2B4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56832" y="1051560"/>
            <a:ext cx="109728" cy="17830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1615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96912" y="117957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 프린터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858000" y="16184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A96A8"/>
                </a:solidFill>
              </a:rPr>
              <a:t>기구부 자체 제작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858000" y="185623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사각지대 없는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LiDAR 마운트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워터펌프 기구부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292608" y="2999232"/>
            <a:ext cx="2194560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92608" y="2999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A"/>
                </a:solidFill>
              </a:rPr>
              <a:t>모두가 돋보이는 R&amp;R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2578608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6A8"/>
                </a:solidFill>
              </a:rPr>
              <a:t>희망 진로에 맞춘 완벽한 업무 분담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292608" y="3429000"/>
            <a:ext cx="2029968" cy="1417320"/>
          </a:xfrm>
          <a:prstGeom prst="rect">
            <a:avLst/>
          </a:prstGeom>
          <a:solidFill>
            <a:srgbClr val="0F2B5B"/>
          </a:solidFill>
          <a:ln w="12700">
            <a:solidFill>
              <a:srgbClr val="4C9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02336" y="3584448"/>
            <a:ext cx="402336" cy="402336"/>
          </a:xfrm>
          <a:prstGeom prst="ellipse">
            <a:avLst/>
          </a:prstGeom>
          <a:solidFill>
            <a:srgbClr val="0B0F1A"/>
          </a:solidFill>
          <a:ln w="12700">
            <a:solidFill>
              <a:srgbClr val="4C9BE8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621024"/>
            <a:ext cx="301752" cy="30175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59536" y="35570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C9BE8"/>
                </a:solidFill>
              </a:rPr>
              <a:t>비전 AI 개발자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02336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YOLO 모델 학습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화재 검증 로직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414016" y="3429000"/>
            <a:ext cx="2029968" cy="1417320"/>
          </a:xfrm>
          <a:prstGeom prst="rect">
            <a:avLst/>
          </a:prstGeom>
          <a:solidFill>
            <a:srgbClr val="0F2B5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2523744" y="3584448"/>
            <a:ext cx="402336" cy="402336"/>
          </a:xfrm>
          <a:prstGeom prst="ellipse">
            <a:avLst/>
          </a:prstGeom>
          <a:solidFill>
            <a:srgbClr val="0B0F1A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621024"/>
            <a:ext cx="301752" cy="30175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2980944" y="35570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ROS2 주행 개발자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2523744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LiDAR SLAM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자율주행 경로 계획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4535424" y="3429000"/>
            <a:ext cx="2029968" cy="1417320"/>
          </a:xfrm>
          <a:prstGeom prst="rect">
            <a:avLst/>
          </a:prstGeom>
          <a:solidFill>
            <a:srgbClr val="0F2B5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45152" y="3584448"/>
            <a:ext cx="402336" cy="402336"/>
          </a:xfrm>
          <a:prstGeom prst="ellipse">
            <a:avLst/>
          </a:prstGeom>
          <a:solidFill>
            <a:srgbClr val="0B0F1A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3621024"/>
            <a:ext cx="301752" cy="30175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102352" y="35570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임베디드 제어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4645152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아두이노 센서 융합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실시간 제어 로직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656832" y="3429000"/>
            <a:ext cx="2029968" cy="1417320"/>
          </a:xfrm>
          <a:prstGeom prst="rect">
            <a:avLst/>
          </a:prstGeom>
          <a:solidFill>
            <a:srgbClr val="0F2B5B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6766560" y="3584448"/>
            <a:ext cx="402336" cy="402336"/>
          </a:xfrm>
          <a:prstGeom prst="ellipse">
            <a:avLst/>
          </a:prstGeom>
          <a:solidFill>
            <a:srgbClr val="0B0F1A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621024"/>
            <a:ext cx="301752" cy="30175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223760" y="35570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3D 기구 설계</a:t>
            </a:r>
            <a:endParaRPr lang="en-US" sz="1150" dirty="0"/>
          </a:p>
        </p:txBody>
      </p:sp>
      <p:sp>
        <p:nvSpPr>
          <p:cNvPr id="54" name="Text 44"/>
          <p:cNvSpPr/>
          <p:nvPr/>
        </p:nvSpPr>
        <p:spPr>
          <a:xfrm>
            <a:off x="6766560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마운트 &amp; 기구부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3D 모델링 &amp; 출력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292608" y="4846320"/>
            <a:ext cx="8558784" cy="201168"/>
          </a:xfrm>
          <a:prstGeom prst="rect">
            <a:avLst/>
          </a:prstGeom>
          <a:solidFill>
            <a:srgbClr val="00C9A7">
              <a:alpha val="1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292608" y="4846320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검증된 하드웨어 분업 × 명확한 역할 분담 = 완주 가능한 프로젝트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 센서 퓨전 기반 지능형 산업 안전 로버</dc:title>
  <dc:subject>PptxGenJS Presentation</dc:subject>
  <dc:creator>PptxGenJS</dc:creator>
  <cp:lastModifiedBy>PptxGenJS</cp:lastModifiedBy>
  <cp:revision>1</cp:revision>
  <dcterms:created xsi:type="dcterms:W3CDTF">2026-03-29T23:38:05Z</dcterms:created>
  <dcterms:modified xsi:type="dcterms:W3CDTF">2026-03-29T23:38:05Z</dcterms:modified>
</cp:coreProperties>
</file>